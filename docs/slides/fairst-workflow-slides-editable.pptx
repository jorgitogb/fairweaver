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 err="1">
                <a:solidFill>
                  <a:srgbClr val="1565C0"/>
                </a:solidFill>
                <a:latin typeface="Calibri"/>
              </a:rPr>
              <a:t>FAIRweaver</a:t>
            </a:r>
            <a:r>
              <a:rPr sz="3600" b="1" dirty="0">
                <a:solidFill>
                  <a:srgbClr val="1565C0"/>
                </a:solidFill>
                <a:latin typeface="Calibri"/>
              </a:rPr>
              <a:t>: </a:t>
            </a:r>
            <a:r>
              <a:rPr sz="3600" b="1" dirty="0" err="1">
                <a:solidFill>
                  <a:srgbClr val="1565C0"/>
                </a:solidFill>
                <a:latin typeface="Calibri"/>
              </a:rPr>
              <a:t>Schema.org</a:t>
            </a:r>
            <a:r>
              <a:rPr sz="3600" b="1" dirty="0">
                <a:solidFill>
                  <a:srgbClr val="1565C0"/>
                </a:solidFill>
                <a:latin typeface="Calibri"/>
              </a:rPr>
              <a:t> → ARC → </a:t>
            </a:r>
            <a:r>
              <a:rPr sz="3600" b="1" dirty="0" err="1">
                <a:solidFill>
                  <a:srgbClr val="1565C0"/>
                </a:solidFill>
                <a:latin typeface="Calibri"/>
              </a:rPr>
              <a:t>FAIRagro</a:t>
            </a:r>
            <a:r>
              <a:rPr sz="3600" b="1" dirty="0">
                <a:solidFill>
                  <a:srgbClr val="1565C0"/>
                </a:solidFill>
                <a:latin typeface="Calibri"/>
              </a:rPr>
              <a:t>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16161"/>
                </a:solidFill>
                <a:latin typeface="Calibri"/>
              </a:rPr>
              <a:t>TA3/4 Retreat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1 — FAIRagro Metadata Transformation Pipeline</a:t>
            </a:r>
          </a:p>
        </p:txBody>
      </p:sp>
      <p:pic>
        <p:nvPicPr>
          <p:cNvPr id="3" name="Picture 2" descr="slide1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1881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1 —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Calibri"/>
              </a:rPr>
              <a:t>Sequential dependency: Output B (FAIRagro JSON) is derived from Output A (ARC RO-Crate) — not a parallel output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Two harvest paths converge on the same FAIRagro JSON schema: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  • Path 1 (solid): Direct harvest from GitLab DataHub where ARCs are stored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  • Path 2 (dashed): Via FAIRagro Middleware API (federated service)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Both paths produce identical FAIRagro schema.json ingested into SearchHub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2 — Three File Scenarios: Input → ARC → FAIRagro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Input File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ARC Output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FAIRagro Output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schema-org-wheat-full.json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arc-ro-crate-wheat-full ✓ compliant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Full extraction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Real — 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arc-ro-crate-dronflyover.json (&lt;10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Manual, partial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Partial — mappable fields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Real —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arc-ro-crate-muenchenberg-lte.json (&gt;100 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Manual, partial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Basic harvest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💡 If an ARC follows the FAIRagro specification → full metadata extraction. If not → only basic information is harvested.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3 — Examining ARC Structure: Domain Objects at Different Depths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Calibri"/>
              </a:rPr>
              <a:t>Goal: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Understand how Agrischemas concepts map into ARC RO-Crate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Show that equivalent domain concepts require very different traversal depths</a:t>
            </a:r>
          </a:p>
        </p:txBody>
      </p:sp>
      <p:pic>
        <p:nvPicPr>
          <p:cNvPr id="4" name="Picture 3" descr="slide3-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222" y="1682044"/>
            <a:ext cx="2689643" cy="4069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  <a:latin typeface="Calibri"/>
              </a:rPr>
              <a:t>Example ARC RO-Crate: UC13 drone-flyover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4 — Müncheberg ARC: A Different Structural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Calibri"/>
              </a:rPr>
              <a:t>Goal: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Show another real ARC with a different structural pattern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Reinforce that parser must handle multiple modeling conventions</a:t>
            </a:r>
          </a:p>
        </p:txBody>
      </p:sp>
      <p:pic>
        <p:nvPicPr>
          <p:cNvPr id="4" name="Picture 3" descr="slide4-muenchenbe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21" y="2839733"/>
            <a:ext cx="5830711" cy="2537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  <a:latin typeface="Calibri"/>
              </a:rPr>
              <a:t>Example ARC RO-Crate: Müncheberg LTE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4 — Comparison: Drone Flyover vs Müncheberg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Drone Flyover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Müncheberg LTE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Study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Absent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Crop species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Study → LabProcess → Sample → PropertyValue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Source → additionalProperty → CharacteristicValue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Crop species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4 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 hops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Sensor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Absent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Assay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27+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5 — Required Modeling Pattern &amp; Standardization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Calibri"/>
              </a:rPr>
              <a:t>Goal: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Define the required path for unambiguous extraction</a:t>
            </a:r>
          </a:p>
          <a:p>
            <a:r>
              <a:rPr sz="1600" b="0">
                <a:solidFill>
                  <a:srgbClr val="000000"/>
                </a:solidFill>
                <a:latin typeface="Calibri"/>
              </a:rPr>
              <a:t>• Identify what still needs standardization</a:t>
            </a:r>
          </a:p>
        </p:txBody>
      </p:sp>
      <p:pic>
        <p:nvPicPr>
          <p:cNvPr id="4" name="Picture 3" descr="slide5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223" y="1280160"/>
            <a:ext cx="3453310" cy="4983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7D32"/>
                </a:solidFill>
                <a:latin typeface="Calibri"/>
              </a:rPr>
              <a:t>In bold: required objects/properties to represent Crop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16161"/>
                </a:solidFill>
                <a:latin typeface="Calibri"/>
              </a:rPr>
              <a:t>Example ARC RO-Crate: UC13 drone-flyover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65C0"/>
                </a:solidFill>
                <a:latin typeface="Calibri"/>
              </a:rPr>
              <a:t>Slide 5 — Open Questions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Structure: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How to formally specify the required traversal path?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propertyID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Calibri"/>
                        </a:rPr>
                        <a:t>: SSSOM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000000"/>
                          </a:solidFill>
                          <a:latin typeface="Calibri"/>
                        </a:rPr>
                        <a:t>How to standardize ontology term mappings?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386</Words>
  <Application>Microsoft Macintosh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2026-06-19T05:42:20Z</dcterms:modified>
  <cp:category/>
</cp:coreProperties>
</file>