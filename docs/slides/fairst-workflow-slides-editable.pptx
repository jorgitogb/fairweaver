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565C0"/>
                </a:solidFill>
                <a:latin typeface="Calibri"/>
              </a:rPr>
              <a:t>FAIRweaver: Schema.org → ARC → FAIRagro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16161"/>
                </a:solidFill>
                <a:latin typeface="Calibri"/>
              </a:rPr>
              <a:t>TA3/4 Retreat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1 — FAIRagro Metadata Transformation Pipeline</a:t>
            </a:r>
          </a:p>
        </p:txBody>
      </p:sp>
      <p:pic>
        <p:nvPicPr>
          <p:cNvPr id="3" name="Picture 2" descr="slide1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18813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1 — Key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Sequential dependency: Output B (FAIRagro JSON) is derived from Output A (ARC RO-Crate) — not a parallel output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Two harvest paths converge on the same FAIRagro JSON schema: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  • Path 1 (solid): Direct harvest from GitLab DataHub where ARCs are stored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  • Path 2 (dashed): Via FAIRagro Middleware API (federated service)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Both paths produce identical FAIRagro schema.json ingested into SearchHub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2 — Three File Scenarios: Input → ARC → FAIRagro Output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Input File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ARC Output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FAIRagro Output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schema-org-wheat-full.json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arc-ro-crate-wheat-full ✓ compliant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Full extraction ✓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Real — 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arc-ro-crate-dronflyover.json (&lt;10 MB)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Manual, partial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Partial — mappable fields only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Real —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arc-ro-crate-muenchenberg-lte.json (&gt;100 MB)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Manual, partial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Basic harvest only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Calibri"/>
              </a:rPr>
              <a:t>💡 If an ARC follows the FAIRagro specification → full metadata extraction. If not → only basic information is harvested.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3 — Examining ARC Structure: Domain Objects at Different Depths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Goal: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Understand how Agrischemas concepts map into ARC RO-Crate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Show that equivalent domain concepts require very different traversal depths</a:t>
            </a:r>
          </a:p>
        </p:txBody>
      </p:sp>
      <p:pic>
        <p:nvPicPr>
          <p:cNvPr id="4" name="Picture 3" descr="slide3-d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60320"/>
            <a:ext cx="9144000" cy="139500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  <a:latin typeface="Calibri"/>
              </a:rPr>
              <a:t>Example ARC RO-Crate: UC13 drone-flyover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4 — Müncheberg ARC: A Different Structural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Goal: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Show another real ARC with a different structural pattern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Reinforce that parser must handle multiple modeling conventions</a:t>
            </a:r>
          </a:p>
        </p:txBody>
      </p:sp>
      <p:pic>
        <p:nvPicPr>
          <p:cNvPr id="4" name="Picture 3" descr="slide4-muenchen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60320"/>
            <a:ext cx="9144000" cy="3320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  <a:latin typeface="Calibri"/>
              </a:rPr>
              <a:t>Example ARC RO-Crate: Müncheberg LTE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4 — Comparison: Drone Flyover vs Müncheberg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Drone Flyover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Müncheberg LTE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Study 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Explicit, in hasPart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Present but disconnected (not in hasPart)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Crop species path (short)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Study → LabProcess → Sample → PropertyValue (4 hops)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Source → additionalProperty → CharacteristicValue (2 hops)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Crop species path (long)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Same as short (only path)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ALSO via LabProcess → object → Source → additionalProperty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Sensor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Present (DefinedTerm)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Absent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Assay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27+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5 — Required Modeling Pattern &amp; Standardization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Goal: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Define the required path for unambiguous extraction</a:t>
            </a:r>
          </a:p>
          <a:p>
            <a:pPr/>
            <a:r>
              <a:rPr sz="1600" b="0">
                <a:solidFill>
                  <a:srgbClr val="000000"/>
                </a:solidFill>
                <a:latin typeface="Calibri"/>
              </a:rPr>
              <a:t>• Identify what still needs standardization</a:t>
            </a:r>
          </a:p>
        </p:txBody>
      </p:sp>
      <p:pic>
        <p:nvPicPr>
          <p:cNvPr id="4" name="Picture 3" descr="slide5-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60320"/>
            <a:ext cx="9144000" cy="13195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7D32"/>
                </a:solidFill>
                <a:latin typeface="Calibri"/>
              </a:rPr>
              <a:t>In bold: required objects/properties to represent Crop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  <a:latin typeface="Calibri"/>
              </a:rPr>
              <a:t>Example ARC RO-Crate: UC13 drone-flyover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5C0"/>
                </a:solidFill>
                <a:latin typeface="Calibri"/>
              </a:rPr>
              <a:t>Slide 5 — Open Questions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09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Structure: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How to formally specify the required traversal path?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propertyID: SSSOM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How to standardize ontology term mappings?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